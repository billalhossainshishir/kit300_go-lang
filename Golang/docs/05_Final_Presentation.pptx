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483D"/>
                </a:solidFill>
                <a:latin typeface="Aptos"/>
              </a:rPr>
              <a:t>RAMIFY OS v11.0.6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C18"/>
                </a:solidFill>
                <a:latin typeface="Aptos"/>
              </a:rPr>
              <a:t>Client feedback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A6E66"/>
                </a:solidFill>
                <a:latin typeface="Aptos"/>
              </a:rPr>
              <a:t>Deterministic product truth, bounded agent authority and signed decision lineage.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154680" cy="11887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0040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FastAPI/Python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50215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Go feedback was not used for this build. The fixes target David's 26-28 August FastAPI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063240"/>
            <a:ext cx="3154680" cy="11887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182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Release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0215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379 passed, 4 optional skipped, 1,312 subtests, 0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063240"/>
            <a:ext cx="3154680" cy="11887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182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20040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Main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50215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Consistency, hardening and proof - not feature sprawl.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AI shopping needs a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E66"/>
                </a:solidFill>
                <a:latin typeface="Aptos"/>
              </a:rPr>
              <a:t>A language model can interpret or explain, but it must not become product-trust or purchase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108960" cy="13258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59152"/>
            <a:ext cx="26974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Probabilistic text could be mistaken for verified product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108960" cy="13258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05740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359152"/>
            <a:ext cx="26974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LLM output cannot set posture, reason code, permitted action or purchase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108960" cy="13258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03911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RAMIFY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59152"/>
            <a:ext cx="26974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Deterministic evidence checks and signed receipts control what can happen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Interpretation outside; RAMIFY core inside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926080" cy="11430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AI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67712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LangGraph/Ollama may identify known catalogue candidates and explain sealed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2926080" cy="11430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96596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Deterministic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267712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RESOLVE identifies; RATIFY verifies evidence-derived product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148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2926080" cy="11430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965960"/>
            <a:ext cx="2606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Authority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267712"/>
            <a:ext cx="2514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Agent policy may only narrow; Action Gate enforces permitted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977639"/>
            <a:ext cx="8138160" cy="8229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4114800"/>
            <a:ext cx="7818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Client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4416552"/>
            <a:ext cx="7726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Same product facts stay the same. Different actors may only narrow what happens next, and every authority is sealed in a receipt.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FIVE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The core proof uses the backend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828800" cy="9601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9339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11679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1343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one known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1671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74519"/>
            <a:ext cx="1828800" cy="9601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9339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79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1343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canonical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671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874519"/>
            <a:ext cx="1828800" cy="9601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99339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011679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31343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standing / 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874519"/>
            <a:ext cx="1828800" cy="9601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99339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011679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31343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seven RATIFY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1671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874519"/>
            <a:ext cx="1828800" cy="96012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99339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011679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31343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posture + authority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840480"/>
            <a:ext cx="10058400" cy="8229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3977640"/>
            <a:ext cx="9738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Feedback covered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279392"/>
            <a:ext cx="9646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Technical UI, documentation and presentation now use identify -&gt; resolve -&gt; status -&gt; verify -&gt; assess. RATIFY stays visible inside verify, not merged into RESOLVE.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LIVE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Product result and Action Gate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E66"/>
                </a:solidFill>
                <a:latin typeface="Aptos"/>
              </a:rPr>
              <a:t>A signed allow receipt can move to checkout only while the receipt remains intact purchase authority.</a:t>
            </a:r>
          </a:p>
        </p:txBody>
      </p:sp>
      <p:pic>
        <p:nvPicPr>
          <p:cNvPr id="5" name="Picture 4" descr="product_checkou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6949440" cy="2594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645920"/>
            <a:ext cx="3474720" cy="10515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6479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What this 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84832"/>
            <a:ext cx="3063239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The product decision is separate from purchase authority.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971800"/>
            <a:ext cx="3474720" cy="10515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090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0896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10712"/>
            <a:ext cx="3063239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The Action Gate re-reads and verifies the signed receipt before basket/checkout.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297680"/>
            <a:ext cx="3474720" cy="10515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4165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3484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Client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736592"/>
            <a:ext cx="3063239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Receipt is not just a report; it constrains the next simulated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MULTI-AGENT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One objective truth, different authorised 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3736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Consumer 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3911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Northbeam objective result: allow. Consumer can proceed.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190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3736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Procurement 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3911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Same objective result: allow. Procurement narrows to hold due to approved-vendor policy.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190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73736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03911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Different action authority without changing product truth.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749039"/>
            <a:ext cx="91440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4208" y="3886200"/>
            <a:ext cx="8823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Feedback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187952"/>
            <a:ext cx="8732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Actor policy is applied only after the objective posture and can move only toward a more restrictive outcome.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RATIFY now verifies artefacts, not just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artefact 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verified before trust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1305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1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SHA-256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verified before trust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21305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issuer Ed25519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verified before trust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1305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subject/scope binding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verified before trust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1305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8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RATIFY 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feeds receipt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213055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2483D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1828800"/>
            <a:ext cx="160020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1965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signed receipt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2677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feeds receipt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160520"/>
            <a:ext cx="10241280" cy="8686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297680"/>
            <a:ext cx="9921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Key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599431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This closes David's biggest FastAPI gap: evidence signatures now participate in the trust computation instead of sitting as attached metadata.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REGRESSION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Current v4 validation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600200"/>
            <a:ext cx="246888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7190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39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379 passed</a:t>
            </a:r>
            <a:br/>
            <a:r>
              <a:t>4 optional skipped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00200"/>
            <a:ext cx="246888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190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3736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Subtests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03911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1,312 passed</a:t>
            </a:r>
            <a:br/>
            <a:r>
              <a:t>0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880360"/>
            <a:ext cx="246888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999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192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Median 4.452 ms</a:t>
            </a:r>
            <a:br/>
            <a:r>
              <a:t>P95 8.802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880360"/>
            <a:ext cx="2468880" cy="91440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99923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17520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3192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compileall, JS syntax, release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343400"/>
            <a:ext cx="5303520" cy="8686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448056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Final evidence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47823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Run capture_release_evidence.py from the final Git checkout to capture commit SHA and clean/dirty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8</a:t>
            </a:r>
          </a:p>
        </p:txBody>
      </p:sp>
      <p:pic>
        <p:nvPicPr>
          <p:cNvPr id="26" name="Picture 25" descr="pa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937760" cy="6978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Strong demo claims, careful security claims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6479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Real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8483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Canonical JSON, SHA-256, Ed25519, tamper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6479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8308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Synthetic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8483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Demo data, issuers, evidence and keys are invented.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00400" cy="109728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6479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783080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Not claimed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084832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No production key custody, immutable ledger, payment, supplier or real certification.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931920"/>
            <a:ext cx="9235440" cy="82296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4208" y="4069080"/>
            <a:ext cx="8915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Why this helps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4370831"/>
            <a:ext cx="8823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The honest boundary makes the prototype more credible, not weaker.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C18"/>
                </a:solidFill>
                <a:latin typeface="Aptos"/>
              </a:rPr>
              <a:t>RAMIFY keeps agentic shopping controllable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108960" cy="123444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6596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Evidence-derived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67712"/>
            <a:ext cx="26974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The system reasons from facts and verified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108960" cy="123444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6596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Constrained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67712"/>
            <a:ext cx="26974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Agents can only narrow and Action Gate enforces the receipt.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08960" cy="1234440"/>
          </a:xfrm>
          <a:prstGeom prst="roundRect">
            <a:avLst/>
          </a:prstGeom>
          <a:solidFill>
            <a:srgbClr val="F8FBFA"/>
          </a:solidFill>
          <a:ln>
            <a:solidFill>
              <a:srgbClr val="C6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4767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2483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965960"/>
            <a:ext cx="2788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C18"/>
                </a:solidFill>
                <a:latin typeface="Aptos"/>
              </a:rPr>
              <a:t>Verifiable lineage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267712"/>
            <a:ext cx="26974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A6E66"/>
                </a:solidFill>
                <a:latin typeface="Aptos"/>
              </a:rPr>
              <a:t>Machine, human and transaction records remain linked and tamper-evident.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2483D"/>
                </a:solidFill>
                <a:latin typeface="Aptos"/>
              </a:rPr>
              <a:t>Take-away: AI helps communicate; RAMIFY decides, constrains and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A6E66"/>
                </a:solidFill>
                <a:latin typeface="Aptos"/>
              </a:rPr>
              <a:t>RAMIFY OS v11.0.6 - FastAPI/Python final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A6E6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